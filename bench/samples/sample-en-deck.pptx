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Relationships xmlns="http://schemas.openxmlformats.org/package/2006/relationships"><Relationship Id="rId1" Type="x/slide" Target="slides/slide1.xml"/><Relationship Id="rId2" Type="x/slide" Target="slides/slide2.xml"/><Relationship Id="rId3" Type="x/slide" Target="slides/slide3.xml"/><Relationship Id="rId4" Type="x/slide" Target="slides/slide4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"/>
          <p:cNvSpPr/>
          <p:nvPr>
            <p:ph type="title"/>
          </p:nvPr>
        </p:nvSpPr>
        <p:txBody>
          <a:p>
            <a:r>
              <a:t>Why beavers matter</a:t>
            </a:r>
          </a:p>
        </p:txBody>
      </p:sp>
      <p:sp>
        <p:nvSpPr>
          <p:cNvPr id="3" name="B"/>
          <p:cNvSpPr/>
          <p:nvPr>
            <p:ph idx="1"/>
          </p:nvPr>
        </p:nvSpPr>
        <p:txBody>
          <a:p>
            <a:r>
              <a:t>•   First point about beavers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"/>
          <p:cNvSpPr/>
          <p:nvPr>
            <p:ph type="title"/>
          </p:nvPr>
        </p:nvSpPr>
        <p:txBody>
          <a:p>
            <a:r>
              <a:t>Dam engineering</a:t>
            </a:r>
          </a:p>
        </p:txBody>
      </p:sp>
      <p:sp>
        <p:nvSpPr>
          <p:cNvPr id="3" name="B"/>
          <p:cNvSpPr/>
          <p:nvPr>
            <p:ph idx="1"/>
          </p:nvPr>
        </p:nvSpPr>
        <p:txBody>
          <a:p>
            <a:r>
              <a:t>•   First point about beavers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"/>
          <p:cNvSpPr/>
          <p:nvPr>
            <p:ph type="title"/>
          </p:nvPr>
        </p:nvSpPr>
        <p:txBody>
          <a:p>
            <a:r>
              <a:t>Population trends</a:t>
            </a:r>
          </a:p>
        </p:txBody>
      </p:sp>
      <p:sp>
        <p:nvSpPr>
          <p:cNvPr id="3" name="B"/>
          <p:cNvSpPr/>
          <p:nvPr>
            <p:ph idx="1"/>
          </p:nvPr>
        </p:nvSpPr>
        <p:txBody>
          <a:p>
            <a:r>
              <a:t>•   First point about beavers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"/>
          <p:cNvSpPr/>
          <p:nvPr>
            <p:ph type="title"/>
          </p:nvPr>
        </p:nvSpPr>
        <p:txBody>
          <a:p>
            <a:r>
              <a:t>Next steps</a:t>
            </a:r>
          </a:p>
        </p:txBody>
      </p:sp>
      <p:sp>
        <p:nvSpPr>
          <p:cNvPr id="3" name="B"/>
          <p:cNvSpPr/>
          <p:nvPr>
            <p:ph idx="1"/>
          </p:nvPr>
        </p:nvSpPr>
        <p:txBody>
          <a:p>
            <a:r>
              <a:t>•   First point about beavers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</p:sld>
</file>